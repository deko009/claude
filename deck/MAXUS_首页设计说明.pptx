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开场：这份文件说明首页每个设计决定的原因——字体、字号、颜色、间距，以及每一屏要表达什么。所有理由都来自贵司的《品牌升级方案 v3》、9/24 和 9/29 两次内容架构会议，以及客户确认的竞品参考。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目录：设计依据 → 设计系统 → 逐屏说明 → 动效与问答。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客户最认可的是“按你们自己定的方向做的”。品牌方案、会议纪要、受众与竞品——后面每一页的理由都来自这三处。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客户方确认的对标：UI 层面参考梅赛德斯-奔驰、沃尔沃；内容层面（更偏功能）参考福特、丰田、铃木。动力形式图标目前首页还没有，建议下一版在车型区补上。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品牌方案要求“黑白核心色、去装饰化”；会议要求首页“提升调性、参考奢侈品官网”。因此做了三件事：统一规范、减少干扰、突出全球布局。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整页按三部分组织：介绍品牌 → 介绍产品 → 保持联系。深浅屏交替，长页面读起来有节奏。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这一页是说服客户的关键：我们的字号不是拍脑袋定的。Volvo 公开的网页设计系统里，板块大标题 heading-1 最大就是 56px、字重 Regular（400），正文行高 1.5——和我们的规范一致。W3C 无障碍规范（WCAG）也建议行距至少 1.5 倍、每行不超过 80 个字符。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客户问“是不是别人也这么做”，这一页给出答案：奔驰做设计升级的出发点就是“设计语言零散、需要统一”；丰田、Volvo 都规定全站一套主字体；Mini、雪铁龙、奥迪、大众、宝马在 2015–2020 年间都把标识改为扁平。MAXUS 新标识的黑白方向，和这股趋势一致。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先讲规则，再讲页面。客户问“为什么这里是这个字号”，答案都在这一章。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为什么三套？Michroma 负责品牌识别，Geist 负责阅读，Geist Mono 负责工程标注。客户喜欢的参考站也是“一套无衬线 + 一套等宽”，标题不加粗，靠字号区分层级。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“标题为什么不加粗？”——Michroma 只有 Regular；字形宽，不加粗也醒目；新 Logo 的方向是线条变细。“首屏标题为什么不更大？”——72 已占约 57% 屏宽，再大会挡车。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“导航为什么是 18？”——原 16 在大屏偏小；18 好看清，又不加粗，不抢视频。“正文为什么 20？”——大屏上 20 读起来最舒服。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“为什么不用我们的蓝色？”——品牌方案把核心色定为黑白，蓝色是一抹点缀。我们把蓝色用在用户悬停、聚焦的时候。地球的蓝绿色属于数据图形，只在地球上出现。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留白是奢侈品官网的核心做法（会议要求参考）。所有间距用同一套数值，每一屏的节奏一致，开发也能直接变量化。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悬停只改颜色，不加底色、不加粗，反馈清楚但不破坏版面。蓝色只在用户触碰时出现，对应品牌方案里“一抹亮蓝代表电动”。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接下来逐屏说明。截图上的标记点用细线连到右侧说明。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“导航为什么是 18？”——导航用得最多，原 16px 在 1920 屏上偏小；18 好看清，又不加粗，不会抢首屏视频。参考了会议提到的奔驰官网。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首屏只做三件事：一句标题、一段视频、三条品牌信息。“首屏标题为什么不更大？”——72 在 1920 屏一行已占约 57%，再大会挡车。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对应会议要求“突出 Glocal 与全球布局”。滚动前地球缓慢自转，约 20 秒一圈。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照片按国家在 CMS 配置，没有配置的国家显示所在大区的通用图。当前为 AI 示意图，上线前换实拍。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数字滚到位后计数一次（1.4 秒），停在任何位置都显示正确数值。原稿用 D-DIN 粗体压在照片上，看不清也挡车。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会议结论：首页目标是提升调性，车型链接“可有可无”。车型区只负责让用户知道 MAXUS 有哪些车系。下一版建议加上动力形式图标（参考丰田）。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这一屏沿用客户已看过的第一版结构，只统一了字体和按钮质感，方便过稿。点击卡片打开详情弹窗。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电驱和越野是一组“工程能力”，两屏文字位置一致，读起来像画册的两页。按钮从白底黑字改为文字链接，是客户“首页不要太多按钮”的要求。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会议纪要：取消独立 Blog，合并为 News and Insights，分为全球品牌新闻、国家新闻、产品洞察三类。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订阅是首页唯一保留实心样式的按钮。背景图为 AI 示意，上线前换实拍。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页脚回归常规：好找、清楚。Choose Your Market 是全球站通往国家站的出口。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演示时可直接打开 HTML 原型滚动给客户看。数字只计数一次，避免停在中间值。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如果客户坚持用蓝色：可以只用在一处关键动作上（例如订阅按钮），不建议做成大面积按钮或底色。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把需要客户提供和确认的内容列清楚，推动进入下一阶段。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谢谢。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laude/deck/v2/png/s0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laude/deck/v2/png/s0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laude/deck/v2/png/s0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laude/deck/v2/png/s0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laude/deck/v2/png/s0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laude/deck/v2/png/s0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laude/deck/v2/png/s0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laude/deck/v2/png/s0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laude/deck/v2/png/s0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laude/deck/v2/png/s1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laude/deck/v2/png/s1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laude/deck/v2/png/s1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C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laude/deck/v2/png/s1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C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laude/deck/v2/png/s1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C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laude/deck/v2/png/s1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C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laude/deck/v2/png/s1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C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laude/deck/v2/png/s1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C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laude/deck/v2/png/s1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C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laude/deck/v2/png/s1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C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laude/deck/v2/png/s2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C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laude/deck/v2/png/s2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C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laude/deck/v2/png/s2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C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laude/deck/v2/png/s2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C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laude/deck/v2/png/s2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C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laude/deck/v2/png/s2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C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laude/deck/v2/png/s2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C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laude/deck/v2/png/s2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C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laude/deck/v2/png/s2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C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laude/deck/v2/png/s2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C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laude/deck/v2/png/s3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C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laude/deck/v2/png/s3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MAXUS 官网首页设计说明</dc:title>
  <dc:subject>PptxGenJS Presentation</dc:subject>
  <dc:creator>PptxGenJS</dc:creator>
  <cp:lastModifiedBy>PptxGenJS</cp:lastModifiedBy>
  <cp:revision>1</cp:revision>
  <dcterms:created xsi:type="dcterms:W3CDTF">2026-10-09T12:25:34Z</dcterms:created>
  <dcterms:modified xsi:type="dcterms:W3CDTF">2026-10-09T12:25:34Z</dcterms:modified>
</cp:coreProperties>
</file>